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83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4"/>
    <p:restoredTop sz="94694"/>
  </p:normalViewPr>
  <p:slideViewPr>
    <p:cSldViewPr snapToGrid="0">
      <p:cViewPr varScale="1">
        <p:scale>
          <a:sx n="121" d="100"/>
          <a:sy n="121" d="100"/>
        </p:scale>
        <p:origin x="5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FDF6B-4E05-414C-AF8B-8427D3D7AB23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16672-6EB9-8944-A6FE-ADE53AF2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88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16672-6EB9-8944-A6FE-ADE53AF2D7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47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59EE-0EC6-4B8B-DCD0-86F2842C9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79D41-D5BE-86DF-6B4C-D2728826D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E745B-FE51-8D93-F780-42CC419C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A81E9-DD7E-447A-6E7B-6C69E08C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F7F0D-4595-AB7B-28C8-D72D4B92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2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B694-BB2A-8BFF-3904-AEC5D7D2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D11B9-4716-723D-0C41-C2EE2CD4A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B64EA-B277-4689-3624-7D9658A6E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6C7F9-E3F2-6C53-85D8-4169BBC7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8C0D4-0919-DA1F-C2F6-BC16DAC17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3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1A152-15A4-0B36-DEE8-F6BBC0E5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D7C2B-1C8B-1DC3-2512-73E362E22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E3359-7836-AE58-E558-76DE0029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98419-9A9E-D4F6-0A2B-F28EF234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A3942-0D06-820E-9761-4CE3458A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2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63334-40F4-94F4-5084-E5F99FFE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9A89D-A00B-C053-02B2-3C72F2453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4A515-9CC9-4E04-0F98-3231D0478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D3575-1F9B-1EE7-0E28-35C573058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38232-858C-6B7E-6F66-08DEA0AE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9028D-9250-F755-141C-961DC35F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3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97CE-6CDE-D1D8-927C-BFCB2426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D73F5-E28C-1A2A-21E7-9E7EAF31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14620-CA12-91C3-E471-F353828C5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9ADF4-6EC7-ABE2-3829-89E038CF2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578CD-6644-B17D-DE67-1EA1B4433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45C847-C44D-C946-594B-BD41DD20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1294B-45CE-1EE5-55FD-21978FCE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A6D8A0-4616-7E9A-6A52-99432D76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90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46AA-1112-B0E1-3E6E-3035729E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C588F-B923-F660-65E8-E30885DB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7C1C2-E4A3-D35E-27B7-7F2FE241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F615D-52F8-D92E-C9D6-CA7420746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5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1D90F-3643-E259-24AE-75BB8635D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B2C79-03DF-E69C-FB75-43CCC5F21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BBB55-5CD8-4426-BC78-CBE65787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78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FA81-C40E-6683-E274-5C75E6DB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01CED-FED7-8790-9EA5-8B81E86E9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B0CD1-9B0F-DEAC-154C-F170E3969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12520-67F8-E81D-CAFD-6249710FC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FAA90-2BAA-53E6-1994-3E672918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F2089-8EEE-F042-061C-8766C8ED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30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56B8-27F9-BC81-4C1F-DAE10321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4F9F7-781A-3AFD-B14A-E2EB63FD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6AC3-4DB0-572D-3D9D-BB0E3E1F0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0176A-0A52-C078-EAE0-492DF2D5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BF01A-12E7-1DC5-1981-643F3E8C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B3D03-22C6-1785-C5C4-5075FABF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42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2A13-3845-27BD-3C6E-6C1F9DE5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08C62-25B4-9BF1-1E47-5FE38713E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A8C6F-BA16-4358-1AE1-0AA0EB86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AD934-1B94-4FF4-B913-11EA48CBC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E8A97-8F46-DE12-0CAD-9C60D894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33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1E21C9-0624-1DAA-5237-31A6D4673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2674E-CD64-EBC2-3EAB-3C1CA2FDA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C660A-A9CE-4280-D75A-A49DFB0A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18C73-9B59-0992-C7BE-0456EB60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51158-EE7E-6A8A-4EA3-12C8B6BB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2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FF5911-87F4-5794-610D-1F473B87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8F39F-9047-9A75-BF7C-A6D2CE3AE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D8976-A956-12B7-8B5F-38CD68290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0DEAF-31DD-A340-9090-6316D430E6F2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67E12-04B0-CE1D-BA8C-2E56D672F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FDBEF-05A1-7007-11F1-05AEEA5E1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6B391-B461-2D49-A1DF-09D4E636D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1086-CC24-B2D8-45A8-FCDE5299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FA84AB2A-F1A3-9BBC-1591-88F864CB9458}"/>
              </a:ext>
            </a:extLst>
          </p:cNvPr>
          <p:cNvSpPr/>
          <p:nvPr/>
        </p:nvSpPr>
        <p:spPr>
          <a:xfrm>
            <a:off x="4501658" y="0"/>
            <a:ext cx="1976693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33298CF-ED62-3F08-5E47-87E545D15B50}"/>
              </a:ext>
            </a:extLst>
          </p:cNvPr>
          <p:cNvCxnSpPr>
            <a:cxnSpLocks/>
          </p:cNvCxnSpPr>
          <p:nvPr/>
        </p:nvCxnSpPr>
        <p:spPr>
          <a:xfrm flipV="1">
            <a:off x="5907761" y="1849821"/>
            <a:ext cx="2711984" cy="4292695"/>
          </a:xfrm>
          <a:prstGeom prst="straightConnector1">
            <a:avLst/>
          </a:prstGeom>
          <a:ln w="6286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6455A0C-AB35-AE3D-D65B-1C8ECE850189}"/>
              </a:ext>
            </a:extLst>
          </p:cNvPr>
          <p:cNvSpPr/>
          <p:nvPr/>
        </p:nvSpPr>
        <p:spPr>
          <a:xfrm>
            <a:off x="4929048" y="6044724"/>
            <a:ext cx="1024128" cy="52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ar2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C336837-8FBC-6A6E-BC04-ECD7C7149EB3}"/>
              </a:ext>
            </a:extLst>
          </p:cNvPr>
          <p:cNvSpPr/>
          <p:nvPr/>
        </p:nvSpPr>
        <p:spPr>
          <a:xfrm>
            <a:off x="2148077" y="0"/>
            <a:ext cx="235358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1227EF-27A9-FBE5-469E-EC630CC541FD}"/>
              </a:ext>
            </a:extLst>
          </p:cNvPr>
          <p:cNvSpPr/>
          <p:nvPr/>
        </p:nvSpPr>
        <p:spPr>
          <a:xfrm>
            <a:off x="179761" y="3090164"/>
            <a:ext cx="1499616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Testosterone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2CC532-4F6E-D333-FBFA-B0C254B99469}"/>
              </a:ext>
            </a:extLst>
          </p:cNvPr>
          <p:cNvSpPr/>
          <p:nvPr/>
        </p:nvSpPr>
        <p:spPr>
          <a:xfrm>
            <a:off x="179761" y="1243122"/>
            <a:ext cx="1499616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11-Keto-testosterone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AA215-0215-2788-3420-200E99DEFFDA}"/>
              </a:ext>
            </a:extLst>
          </p:cNvPr>
          <p:cNvSpPr/>
          <p:nvPr/>
        </p:nvSpPr>
        <p:spPr>
          <a:xfrm>
            <a:off x="179761" y="4937206"/>
            <a:ext cx="1499616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Progesterone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8665949-6844-7DC4-1FB1-5C8BB677EAB9}"/>
              </a:ext>
            </a:extLst>
          </p:cNvPr>
          <p:cNvSpPr/>
          <p:nvPr/>
        </p:nvSpPr>
        <p:spPr>
          <a:xfrm>
            <a:off x="8619745" y="430368"/>
            <a:ext cx="2335470" cy="149637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Approach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5556C18-7E80-6427-CE2C-67B1F7764017}"/>
              </a:ext>
            </a:extLst>
          </p:cNvPr>
          <p:cNvSpPr/>
          <p:nvPr/>
        </p:nvSpPr>
        <p:spPr>
          <a:xfrm>
            <a:off x="8619745" y="5105708"/>
            <a:ext cx="2335470" cy="149637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Out of Nest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8EEF077-59AF-1AC8-B51B-3E6C5BD5CB58}"/>
              </a:ext>
            </a:extLst>
          </p:cNvPr>
          <p:cNvSpPr/>
          <p:nvPr/>
        </p:nvSpPr>
        <p:spPr>
          <a:xfrm>
            <a:off x="8619745" y="2768038"/>
            <a:ext cx="2335470" cy="149637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Shimmy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9D4000F-5E6B-2640-47D1-41305B077A57}"/>
              </a:ext>
            </a:extLst>
          </p:cNvPr>
          <p:cNvCxnSpPr>
            <a:cxnSpLocks/>
          </p:cNvCxnSpPr>
          <p:nvPr/>
        </p:nvCxnSpPr>
        <p:spPr>
          <a:xfrm>
            <a:off x="5907761" y="6550057"/>
            <a:ext cx="2711984" cy="0"/>
          </a:xfrm>
          <a:prstGeom prst="straightConnector1">
            <a:avLst/>
          </a:prstGeom>
          <a:ln w="49022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00C9E02-8E3A-ABBD-4883-44F800AEC79C}"/>
              </a:ext>
            </a:extLst>
          </p:cNvPr>
          <p:cNvCxnSpPr>
            <a:cxnSpLocks/>
            <a:endCxn id="95" idx="1"/>
          </p:cNvCxnSpPr>
          <p:nvPr/>
        </p:nvCxnSpPr>
        <p:spPr>
          <a:xfrm>
            <a:off x="5822731" y="5038697"/>
            <a:ext cx="2797014" cy="815198"/>
          </a:xfrm>
          <a:prstGeom prst="straightConnector1">
            <a:avLst/>
          </a:prstGeom>
          <a:ln w="56896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4F5CF7B-27AC-B929-A180-56703D6B769E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951124" y="4259159"/>
            <a:ext cx="2688718" cy="584319"/>
          </a:xfrm>
          <a:prstGeom prst="straightConnector1">
            <a:avLst/>
          </a:prstGeom>
          <a:ln w="5270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04473AF-16EC-BF76-13C3-0DF70CF8DF5B}"/>
              </a:ext>
            </a:extLst>
          </p:cNvPr>
          <p:cNvCxnSpPr>
            <a:cxnSpLocks/>
          </p:cNvCxnSpPr>
          <p:nvPr/>
        </p:nvCxnSpPr>
        <p:spPr>
          <a:xfrm flipV="1">
            <a:off x="5907761" y="1481959"/>
            <a:ext cx="2711984" cy="3099391"/>
          </a:xfrm>
          <a:prstGeom prst="straightConnector1">
            <a:avLst/>
          </a:prstGeom>
          <a:ln w="66167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02972B9-E7C5-08E6-FC30-6C9CAE84FFD5}"/>
              </a:ext>
            </a:extLst>
          </p:cNvPr>
          <p:cNvCxnSpPr>
            <a:cxnSpLocks/>
            <a:endCxn id="96" idx="1"/>
          </p:cNvCxnSpPr>
          <p:nvPr/>
        </p:nvCxnSpPr>
        <p:spPr>
          <a:xfrm flipV="1">
            <a:off x="5907761" y="1178555"/>
            <a:ext cx="2711984" cy="193942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8F1A225E-8042-1DC3-E6EA-159C700A42C6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5953176" y="4264411"/>
            <a:ext cx="3127762" cy="2042441"/>
          </a:xfrm>
          <a:prstGeom prst="straightConnector1">
            <a:avLst/>
          </a:prstGeom>
          <a:ln w="48006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D6F33AB-0857-A365-9AFF-3E50BD6B23FC}"/>
              </a:ext>
            </a:extLst>
          </p:cNvPr>
          <p:cNvCxnSpPr>
            <a:cxnSpLocks/>
          </p:cNvCxnSpPr>
          <p:nvPr/>
        </p:nvCxnSpPr>
        <p:spPr>
          <a:xfrm>
            <a:off x="5822731" y="226806"/>
            <a:ext cx="2797014" cy="226550"/>
          </a:xfrm>
          <a:prstGeom prst="straightConnector1">
            <a:avLst/>
          </a:prstGeom>
          <a:ln w="102107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A12C7B2A-86C6-1736-9193-B6BA280CEF83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907761" y="3380104"/>
            <a:ext cx="2690770" cy="405794"/>
          </a:xfrm>
          <a:prstGeom prst="straightConnector1">
            <a:avLst/>
          </a:prstGeom>
          <a:ln w="1841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11FA0AC-FE0B-36B2-1141-A3110C236026}"/>
              </a:ext>
            </a:extLst>
          </p:cNvPr>
          <p:cNvCxnSpPr>
            <a:cxnSpLocks/>
          </p:cNvCxnSpPr>
          <p:nvPr/>
        </p:nvCxnSpPr>
        <p:spPr>
          <a:xfrm>
            <a:off x="5439060" y="715484"/>
            <a:ext cx="3180685" cy="4390122"/>
          </a:xfrm>
          <a:prstGeom prst="straightConnector1">
            <a:avLst/>
          </a:prstGeom>
          <a:ln w="53594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70D0901-398F-5D3D-E346-473A20F883C9}"/>
              </a:ext>
            </a:extLst>
          </p:cNvPr>
          <p:cNvCxnSpPr>
            <a:cxnSpLocks/>
          </p:cNvCxnSpPr>
          <p:nvPr/>
        </p:nvCxnSpPr>
        <p:spPr>
          <a:xfrm>
            <a:off x="5822731" y="1926741"/>
            <a:ext cx="2797014" cy="1163423"/>
          </a:xfrm>
          <a:prstGeom prst="straightConnector1">
            <a:avLst/>
          </a:prstGeom>
          <a:ln w="62992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B0F5D3C-AFB0-B22C-6A42-F42CEBB5E11F}"/>
              </a:ext>
            </a:extLst>
          </p:cNvPr>
          <p:cNvCxnSpPr>
            <a:cxnSpLocks/>
          </p:cNvCxnSpPr>
          <p:nvPr/>
        </p:nvCxnSpPr>
        <p:spPr>
          <a:xfrm>
            <a:off x="5822731" y="453356"/>
            <a:ext cx="2797014" cy="2394947"/>
          </a:xfrm>
          <a:prstGeom prst="straightConnector1">
            <a:avLst/>
          </a:prstGeom>
          <a:ln w="75438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094C0A42-2B81-6744-BBAE-4B33A2E8A113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1679377" y="5348686"/>
            <a:ext cx="918389" cy="775459"/>
          </a:xfrm>
          <a:prstGeom prst="straightConnector1">
            <a:avLst/>
          </a:prstGeom>
          <a:ln w="32893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BEE4BF44-5F03-7284-8997-3554B0ADA04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679377" y="3501644"/>
            <a:ext cx="3276151" cy="2541116"/>
          </a:xfrm>
          <a:prstGeom prst="straightConnector1">
            <a:avLst/>
          </a:prstGeom>
          <a:ln w="7175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6F421FF0-9D12-C466-1EDA-B0415FFF7F25}"/>
              </a:ext>
            </a:extLst>
          </p:cNvPr>
          <p:cNvCxnSpPr>
            <a:cxnSpLocks/>
            <a:stCxn id="6" idx="3"/>
            <a:endCxn id="97" idx="1"/>
          </p:cNvCxnSpPr>
          <p:nvPr/>
        </p:nvCxnSpPr>
        <p:spPr>
          <a:xfrm>
            <a:off x="1679377" y="1654602"/>
            <a:ext cx="6940368" cy="1861623"/>
          </a:xfrm>
          <a:prstGeom prst="straightConnector1">
            <a:avLst/>
          </a:prstGeom>
          <a:ln w="68199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75DDDAD4-8F5F-4803-4B0E-0BE0EE11585C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1679377" y="3501644"/>
            <a:ext cx="3247619" cy="1341834"/>
          </a:xfrm>
          <a:prstGeom prst="straightConnector1">
            <a:avLst/>
          </a:prstGeom>
          <a:ln w="46863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452CA7F8-D088-3981-F56C-85FA2A91EAF7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1679377" y="1654602"/>
            <a:ext cx="866650" cy="1737145"/>
          </a:xfrm>
          <a:prstGeom prst="straightConnector1">
            <a:avLst/>
          </a:prstGeom>
          <a:ln w="38608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F2A755E5-C756-B1CD-5258-EF9AE4581A7B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4097382" y="453356"/>
            <a:ext cx="786251" cy="202678"/>
          </a:xfrm>
          <a:prstGeom prst="straightConnector1">
            <a:avLst/>
          </a:prstGeom>
          <a:ln w="53594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ECFEEF42-4471-FC1B-BDEB-F1DD7F177713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3347574" y="1085262"/>
            <a:ext cx="2091486" cy="3496088"/>
          </a:xfrm>
          <a:prstGeom prst="straightConnector1">
            <a:avLst/>
          </a:prstGeom>
          <a:ln w="52577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B10EEE6-CA15-96AA-627A-A9345C4FF3A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664546" y="4953375"/>
            <a:ext cx="3264502" cy="1353477"/>
          </a:xfrm>
          <a:prstGeom prst="straightConnector1">
            <a:avLst/>
          </a:prstGeom>
          <a:ln w="35052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D4DF0495-0741-569F-716B-5321499CCF7E}"/>
              </a:ext>
            </a:extLst>
          </p:cNvPr>
          <p:cNvCxnSpPr>
            <a:cxnSpLocks/>
          </p:cNvCxnSpPr>
          <p:nvPr/>
        </p:nvCxnSpPr>
        <p:spPr>
          <a:xfrm>
            <a:off x="4097382" y="3782090"/>
            <a:ext cx="4543577" cy="247013"/>
          </a:xfrm>
          <a:prstGeom prst="straightConnector1">
            <a:avLst/>
          </a:prstGeom>
          <a:ln w="56388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CF40AC23-38AC-3651-8324-2E7B855318F8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097382" y="715484"/>
            <a:ext cx="4522363" cy="2676263"/>
          </a:xfrm>
          <a:prstGeom prst="straightConnector1">
            <a:avLst/>
          </a:prstGeom>
          <a:ln w="40894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A99F30B-CAC5-1D3D-F7E9-686DEF9516C5}"/>
              </a:ext>
            </a:extLst>
          </p:cNvPr>
          <p:cNvSpPr/>
          <p:nvPr/>
        </p:nvSpPr>
        <p:spPr>
          <a:xfrm>
            <a:off x="4926996" y="4581350"/>
            <a:ext cx="1024128" cy="52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ar1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0C38E5-074D-82B0-AFBC-4B97487EDB04}"/>
              </a:ext>
            </a:extLst>
          </p:cNvPr>
          <p:cNvSpPr/>
          <p:nvPr/>
        </p:nvSpPr>
        <p:spPr>
          <a:xfrm>
            <a:off x="4883633" y="3117976"/>
            <a:ext cx="1024128" cy="52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esr1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BC585C-632C-FB4E-26C1-B797FD545E34}"/>
              </a:ext>
            </a:extLst>
          </p:cNvPr>
          <p:cNvSpPr/>
          <p:nvPr/>
        </p:nvSpPr>
        <p:spPr>
          <a:xfrm>
            <a:off x="4883633" y="1654602"/>
            <a:ext cx="1024128" cy="52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esr2a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33B21A-708B-D7E7-9525-DBB8BCC9AA6D}"/>
              </a:ext>
            </a:extLst>
          </p:cNvPr>
          <p:cNvSpPr/>
          <p:nvPr/>
        </p:nvSpPr>
        <p:spPr>
          <a:xfrm>
            <a:off x="2546027" y="2936545"/>
            <a:ext cx="1551355" cy="9104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hsd11b2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(Cellular 11KT)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726E3-DCC4-9BB6-5D4E-5EFE00762DDD}"/>
              </a:ext>
            </a:extLst>
          </p:cNvPr>
          <p:cNvSpPr/>
          <p:nvPr/>
        </p:nvSpPr>
        <p:spPr>
          <a:xfrm>
            <a:off x="2597766" y="226806"/>
            <a:ext cx="1499616" cy="8584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cyp19a1b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(Cellular E2)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A5C35A-3441-4DE0-E34A-721A7C0F8A54}"/>
              </a:ext>
            </a:extLst>
          </p:cNvPr>
          <p:cNvSpPr/>
          <p:nvPr/>
        </p:nvSpPr>
        <p:spPr>
          <a:xfrm>
            <a:off x="4883633" y="191228"/>
            <a:ext cx="1024128" cy="52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esr2b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111F89-076A-3E8D-0577-0DFEECBE23BC}"/>
              </a:ext>
            </a:extLst>
          </p:cNvPr>
          <p:cNvSpPr/>
          <p:nvPr/>
        </p:nvSpPr>
        <p:spPr>
          <a:xfrm>
            <a:off x="2597766" y="5698232"/>
            <a:ext cx="1499616" cy="851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hsd17b4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(Cellular T)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8DF3F02E-EABB-FCCB-FA45-A036CAA97DA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664546" y="3876114"/>
            <a:ext cx="1683028" cy="1822118"/>
          </a:xfrm>
          <a:prstGeom prst="straightConnector1">
            <a:avLst/>
          </a:prstGeom>
          <a:ln w="46736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722DCB2-C9AB-1F26-188B-9CDF779C502B}"/>
              </a:ext>
            </a:extLst>
          </p:cNvPr>
          <p:cNvSpPr txBox="1"/>
          <p:nvPr/>
        </p:nvSpPr>
        <p:spPr>
          <a:xfrm>
            <a:off x="2768809" y="1567770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5ED95-6244-6480-9F12-2062BD3AA850}"/>
              </a:ext>
            </a:extLst>
          </p:cNvPr>
          <p:cNvSpPr txBox="1"/>
          <p:nvPr/>
        </p:nvSpPr>
        <p:spPr>
          <a:xfrm>
            <a:off x="1806676" y="5252275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AC2415-114E-36C9-7D37-7678D8CC1EA0}"/>
              </a:ext>
            </a:extLst>
          </p:cNvPr>
          <p:cNvSpPr txBox="1"/>
          <p:nvPr/>
        </p:nvSpPr>
        <p:spPr>
          <a:xfrm>
            <a:off x="1928426" y="4760284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9A69C1-E072-201F-B554-E5A56B9DCACD}"/>
              </a:ext>
            </a:extLst>
          </p:cNvPr>
          <p:cNvSpPr txBox="1"/>
          <p:nvPr/>
        </p:nvSpPr>
        <p:spPr>
          <a:xfrm>
            <a:off x="2437733" y="4545589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181AFC-B50B-A68C-D3B8-4D74767B6BD5}"/>
              </a:ext>
            </a:extLst>
          </p:cNvPr>
          <p:cNvSpPr txBox="1"/>
          <p:nvPr/>
        </p:nvSpPr>
        <p:spPr>
          <a:xfrm>
            <a:off x="3126705" y="4364126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4BD28C-0E14-7F23-32D4-F1510F0A4886}"/>
              </a:ext>
            </a:extLst>
          </p:cNvPr>
          <p:cNvSpPr txBox="1"/>
          <p:nvPr/>
        </p:nvSpPr>
        <p:spPr>
          <a:xfrm>
            <a:off x="3214873" y="3805267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6DB26C-B732-B667-2B94-D7950D3C3643}"/>
              </a:ext>
            </a:extLst>
          </p:cNvPr>
          <p:cNvSpPr txBox="1"/>
          <p:nvPr/>
        </p:nvSpPr>
        <p:spPr>
          <a:xfrm>
            <a:off x="1968905" y="2198875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564284-1C0C-99B5-127D-EF918EE0BC6A}"/>
              </a:ext>
            </a:extLst>
          </p:cNvPr>
          <p:cNvSpPr txBox="1"/>
          <p:nvPr/>
        </p:nvSpPr>
        <p:spPr>
          <a:xfrm>
            <a:off x="5168079" y="2109707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302FF1-20A1-385F-DC5B-4395AC7090F9}"/>
              </a:ext>
            </a:extLst>
          </p:cNvPr>
          <p:cNvSpPr txBox="1"/>
          <p:nvPr/>
        </p:nvSpPr>
        <p:spPr>
          <a:xfrm>
            <a:off x="6951552" y="6077723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90579E-3181-D9C4-3749-DD6815E85ECD}"/>
              </a:ext>
            </a:extLst>
          </p:cNvPr>
          <p:cNvSpPr txBox="1"/>
          <p:nvPr/>
        </p:nvSpPr>
        <p:spPr>
          <a:xfrm>
            <a:off x="6377872" y="5335662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C7E0AF-C320-9863-AF75-2411CB1CCA40}"/>
              </a:ext>
            </a:extLst>
          </p:cNvPr>
          <p:cNvSpPr txBox="1"/>
          <p:nvPr/>
        </p:nvSpPr>
        <p:spPr>
          <a:xfrm>
            <a:off x="7011032" y="2082998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238701-A683-6177-C432-8840057CCA59}"/>
              </a:ext>
            </a:extLst>
          </p:cNvPr>
          <p:cNvSpPr txBox="1"/>
          <p:nvPr/>
        </p:nvSpPr>
        <p:spPr>
          <a:xfrm>
            <a:off x="5695149" y="3853477"/>
            <a:ext cx="662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132017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36577</TotalTime>
  <Words>41</Words>
  <Application>Microsoft Macintosh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Andrew Anderson</cp:lastModifiedBy>
  <cp:revision>27</cp:revision>
  <dcterms:created xsi:type="dcterms:W3CDTF">2025-07-14T22:01:22Z</dcterms:created>
  <dcterms:modified xsi:type="dcterms:W3CDTF">2026-09-23T03:28:33Z</dcterms:modified>
</cp:coreProperties>
</file>