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CD0B2-2E0E-0F92-8B0E-61F7FC53A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658295-3389-29DB-75E4-4B83E47A0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07E33-0E05-246A-2372-2D04F1A1A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553FF-80EA-604E-A10F-88A485E68D9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F7CCA-4F4B-A14B-2A41-E80D358EE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66834-DE20-1211-ED83-C38AC702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AA11-BA89-8447-B3EC-DE2AB5750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94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984-E36B-7284-E5D7-F4722C71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00827-3CD6-839A-965B-B372CFC3D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F6006-34FB-6712-5891-7BE0EB234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553FF-80EA-604E-A10F-88A485E68D9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E62B6-6058-9641-3DE2-4E621F2A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D2DFC-7AE2-C3C1-F619-32095231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AA11-BA89-8447-B3EC-DE2AB5750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0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3060E-525B-E95D-BCA2-5D2591690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9B7F2-0722-1BAF-605B-F8A3F9F31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6E64B-5902-8AA4-EA9E-0A17AD01D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553FF-80EA-604E-A10F-88A485E68D9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F7515-BD3F-19CF-E059-F91009C93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47E86-1B37-150D-6041-3E850FE6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AA11-BA89-8447-B3EC-DE2AB5750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7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1890-6D20-0477-0322-8037DE555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6F284-BB8C-5E10-3794-0741612365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FB1F4-64D0-741F-29C7-A5C8EB4AB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46973-604A-7035-7FA1-CBBA08B0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553FF-80EA-604E-A10F-88A485E68D9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38791-CCF0-D638-A150-AB1813B18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703E9-3114-702C-EECB-33DFF59DD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AA11-BA89-8447-B3EC-DE2AB5750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0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B1EA-91A8-67A6-A1A4-14069D81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0B067-1640-3AFB-B34C-A8243266B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A32FB-CE13-D984-C3BC-6C1805150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6251D7-9FFF-D123-45B2-D51E663DE9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1FA7DF-9BB6-BB0D-7FB7-F4C873D7C5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0EC88-FAC3-4033-6FA8-9986C47F5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553FF-80EA-604E-A10F-88A485E68D9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C2A2D1-916D-B6D1-F857-B8FB0F1CD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C37B7A-3238-10FF-4E6B-A5230CF0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AA11-BA89-8447-B3EC-DE2AB5750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073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9235-FC12-46D4-37BC-69FFD8FC6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D6F099-C1ED-7BD9-24B9-2F74B42A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553FF-80EA-604E-A10F-88A485E68D9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C42B4-BBE3-E6C4-B827-56639350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D1447-3451-824B-E3A0-FDF5B5A6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AA11-BA89-8447-B3EC-DE2AB5750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1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E876C7-2B52-06C3-F0B4-77D5A1E08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553FF-80EA-604E-A10F-88A485E68D9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34A4E-8373-8FCC-4420-4DA866995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5B7A1-EA13-FAB6-F4C5-8DE108D2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AA11-BA89-8447-B3EC-DE2AB5750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2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FBE9A-FD3D-7219-E54F-7CFB52B8B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809B9-4B90-CE88-AECB-BF0CF4E31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B3EC0-7834-4CC1-CF4A-7A27E49DD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F3A65-932D-6002-B2C9-E75CF65C0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553FF-80EA-604E-A10F-88A485E68D9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33AF0-8F27-BF6F-4B4B-111E2977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FC059-B846-5C2C-7711-68510943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AA11-BA89-8447-B3EC-DE2AB5750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7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A195-517E-61ED-671B-217F9ECE4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7C31AB-E0C5-60E1-D88B-55CB84437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22215-6848-D03F-387D-3BF8CD022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81148-E36E-3B21-5E58-806813461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553FF-80EA-604E-A10F-88A485E68D9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38432-60EE-B839-FBCC-A533C3AA7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52290-55A2-E5E0-1030-6830C741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AA11-BA89-8447-B3EC-DE2AB5750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6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7BCB8-7DDF-CB3F-9B93-3BE45BBAF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E9AD1B-3D03-D9AE-912F-A42D7BBA0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50BA0-32F3-0C1E-7F5E-352DC0BB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553FF-80EA-604E-A10F-88A485E68D9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3FBB9-227B-A595-66DB-CBD655422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5E36C-A837-C802-161B-182D4376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AA11-BA89-8447-B3EC-DE2AB5750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2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2C65E6-A342-F0DF-0BB8-797B84C2CA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70A67-A52B-BF09-91ED-C4DBD9C54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B9610-00E1-6E71-C7A5-DECA95DD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553FF-80EA-604E-A10F-88A485E68D9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3A332-6951-2BC2-9EA4-3020BC58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9AEC2-FE58-F532-7FA0-F1E14F26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AA11-BA89-8447-B3EC-DE2AB5750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98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9B0622-F8A0-AB14-7226-73501F2B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ADCA8-C4CD-AD12-9670-DE51103BA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B988F-5A2D-122A-4D7B-DC435FA1C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553FF-80EA-604E-A10F-88A485E68D9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58160-C2F5-22B9-7A80-E66FCA75B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08012-4639-08D1-4B2F-6081401EC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DAA11-BA89-8447-B3EC-DE2AB5750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13EE44-756A-07A9-98C1-FCA445001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227981" cy="6866647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8E98EAF-0C5F-5DFB-A67E-2E7BF90AFC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7" r="28062" b="22559"/>
          <a:stretch>
            <a:fillRect/>
          </a:stretch>
        </p:blipFill>
        <p:spPr bwMode="auto">
          <a:xfrm>
            <a:off x="8679016" y="3762704"/>
            <a:ext cx="2244163" cy="3016469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E637E7-4846-4A13-84F9-2ACAA45FC1B2}"/>
              </a:ext>
            </a:extLst>
          </p:cNvPr>
          <p:cNvSpPr txBox="1"/>
          <p:nvPr/>
        </p:nvSpPr>
        <p:spPr>
          <a:xfrm>
            <a:off x="0" y="0"/>
            <a:ext cx="294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28E86A-A8BE-8A4D-EB4E-6420C0A425C0}"/>
              </a:ext>
            </a:extLst>
          </p:cNvPr>
          <p:cNvSpPr txBox="1"/>
          <p:nvPr/>
        </p:nvSpPr>
        <p:spPr>
          <a:xfrm>
            <a:off x="3775537" y="3486385"/>
            <a:ext cx="294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14E97-3E80-B80A-A813-C85AFB341047}"/>
              </a:ext>
            </a:extLst>
          </p:cNvPr>
          <p:cNvSpPr txBox="1"/>
          <p:nvPr/>
        </p:nvSpPr>
        <p:spPr>
          <a:xfrm>
            <a:off x="10510" y="3486385"/>
            <a:ext cx="294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8B897-1F2C-7447-BA43-6F1BBBEA02EF}"/>
              </a:ext>
            </a:extLst>
          </p:cNvPr>
          <p:cNvSpPr txBox="1"/>
          <p:nvPr/>
        </p:nvSpPr>
        <p:spPr>
          <a:xfrm>
            <a:off x="3775537" y="0"/>
            <a:ext cx="294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4C76AD-9DF3-3F59-837E-7AEDB51ECC59}"/>
              </a:ext>
            </a:extLst>
          </p:cNvPr>
          <p:cNvSpPr txBox="1"/>
          <p:nvPr/>
        </p:nvSpPr>
        <p:spPr>
          <a:xfrm>
            <a:off x="7562193" y="0"/>
            <a:ext cx="294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46CEF5-DBB1-2C4E-ED0F-0C226EB32761}"/>
              </a:ext>
            </a:extLst>
          </p:cNvPr>
          <p:cNvSpPr txBox="1"/>
          <p:nvPr/>
        </p:nvSpPr>
        <p:spPr>
          <a:xfrm>
            <a:off x="7562193" y="3486385"/>
            <a:ext cx="294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469508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Anderson</dc:creator>
  <cp:lastModifiedBy>Andrew Anderson</cp:lastModifiedBy>
  <cp:revision>1</cp:revision>
  <dcterms:created xsi:type="dcterms:W3CDTF">2026-05-19T20:50:40Z</dcterms:created>
  <dcterms:modified xsi:type="dcterms:W3CDTF">2026-05-19T20:56:54Z</dcterms:modified>
</cp:coreProperties>
</file>